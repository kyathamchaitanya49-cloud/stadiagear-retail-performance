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2145-E76A-4F67-81DD-BD84B3F43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5CF18-76BD-4205-AFE2-01DD1241D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C5AF4-F05C-4BB0-A0DD-84D829594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BA2FF-5DF5-43B7-80B4-6C5DB9A61002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FFEF3-D542-4382-ACCC-BE530D350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4E22E-2DD4-4126-A82F-50BE8F3BD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0D85-6F66-4CB5-9E53-F93826EEC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725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3ECE4-BD8D-4053-8D12-09EFCA87C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72741-5E4C-4AAC-9649-F78927DA2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91DEE-5733-4E56-9501-2245E202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BA2FF-5DF5-43B7-80B4-6C5DB9A61002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3130B-AEE2-4238-8805-EBCDDF20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9A43E-D64E-40E7-9035-A07AB2CD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0D85-6F66-4CB5-9E53-F93826EEC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791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9F293-7371-4254-AA5F-68DE9E3F3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9A14A-DD3E-4A51-BA81-665943D19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A0A19-9142-42F5-BD61-4F1C516EB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BA2FF-5DF5-43B7-80B4-6C5DB9A61002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F385A-7A85-4DEF-84EB-99DBDE19D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76A93-7F0A-4EC8-A7D3-3D6481E3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0D85-6F66-4CB5-9E53-F93826EEC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298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6D8F-B6E9-4E8C-9A88-371508A3A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EF372-B8C4-4320-9095-8D212C36F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A1037-393B-401C-97DC-B28F29036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D0F22-0532-4CDF-986A-28DC4CBA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BA2FF-5DF5-43B7-80B4-6C5DB9A61002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66CCB-D586-4C81-ADAC-007558750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C1609-F21B-4414-A212-73DE6770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0D85-6F66-4CB5-9E53-F93826EEC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441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56F5-8B69-4202-B554-9DD80C93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48EBA-E3D6-49D6-B78C-19A0CCE8C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8601C-C551-449B-91F7-936271929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8A187E-BA23-4836-9408-2405CCAE9D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B58730-4334-4FBA-B7DD-365F72917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0499D1-BCD7-4CD3-93B4-AB17A681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BA2FF-5DF5-43B7-80B4-6C5DB9A61002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5A111-A174-41C2-9849-B5DDFDF4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54B4C1-BDA1-4C78-9EDD-381448FAA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0D85-6F66-4CB5-9E53-F93826EEC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26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34C9A-C251-4297-89E2-DB9FBB09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024012-D134-48C5-BDE7-3CF7F8F8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BA2FF-5DF5-43B7-80B4-6C5DB9A61002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0CB3A-4393-4209-885A-09981132C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98E88E-8254-40CD-8A22-BF541901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0D85-6F66-4CB5-9E53-F93826EEC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113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93AEA-CFBA-4543-8BFC-C092B3CB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BA2FF-5DF5-43B7-80B4-6C5DB9A61002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AB8F0-F3E8-4EE8-B4C6-BCEBCEC9A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058D0-BE41-4D32-AE1C-7BA0A481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0D85-6F66-4CB5-9E53-F93826EEC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792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4FD8B-F2A1-45E6-B3D2-2ED8B9F7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F6B0F-A2EC-4DAD-B8BF-AE163DF72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AA3E8-4FF2-4194-BE90-915B9EB9F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ED7C6-AC71-4E26-BD6D-57C3EF9B5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BA2FF-5DF5-43B7-80B4-6C5DB9A61002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6E6BE-6101-48F2-ACBF-EA1298E04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0CF11-C371-4913-A7CB-A8AA3FFB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0D85-6F66-4CB5-9E53-F93826EEC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63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6BE92-BD7A-4DFD-AE8B-13F20D508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11AE5-6899-4650-9AD9-161F5AC645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F2FC6-010A-4969-BC60-69A22631E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B59EE-EC0C-4C2B-ABCF-1C503FE0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BA2FF-5DF5-43B7-80B4-6C5DB9A61002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DA364-B94F-4199-AF9B-ACB1023A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0AA1D-EC62-4DBB-82B4-08493AF6F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0D85-6F66-4CB5-9E53-F93826EEC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391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8971-5706-4E7B-9207-980FE9180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CE3B4-6D12-4C42-BEA4-B3A40885D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6F344-BA9C-4373-9D06-DE4AA03F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BA2FF-5DF5-43B7-80B4-6C5DB9A61002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A19BC-6D37-43F8-8FF7-B794810BC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96DF9-199A-4290-91E6-3B6A48A3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0D85-6F66-4CB5-9E53-F93826EEC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69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D7BFAF-9FF4-4F60-933A-D1FE3B2E1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0DFF5E-16FD-4775-AF15-792AA956F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2EEC4-98A5-415D-8D64-A4875D1E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BA2FF-5DF5-43B7-80B4-6C5DB9A61002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17498-895E-46FC-954D-0693EA34C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BEEB6-DA91-4C28-8041-782D8706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0D85-6F66-4CB5-9E53-F93826EEC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40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81ACE7-6F9D-46F9-95E2-4D69FEB3E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8C24B-4D08-4860-9BE6-BF61A3D0D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580D9-19C7-4680-8E27-5A7542D1B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BA2FF-5DF5-43B7-80B4-6C5DB9A61002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D65D3-2DB8-4A08-AD1B-5D400FDA5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70E2C-A0E2-4CB3-968A-BDAFB6312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E0D85-6F66-4CB5-9E53-F93826EEC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37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F8AAC-80EC-4833-94FA-402AAE225E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/>
              <a:t>StadiaGear</a:t>
            </a:r>
            <a:r>
              <a:rPr lang="en-IN" dirty="0"/>
              <a:t> Retail Performance</a:t>
            </a:r>
            <a:br>
              <a:rPr lang="en-IN" dirty="0"/>
            </a:br>
            <a:r>
              <a:rPr lang="en-IN" dirty="0"/>
              <a:t>&amp; Demand Forecasting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8A33E-5FAF-418C-B019-C9BAC81410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Presented By</a:t>
            </a:r>
            <a:br>
              <a:rPr lang="en-IN" dirty="0"/>
            </a:br>
            <a:r>
              <a:rPr lang="en-IN" dirty="0"/>
              <a:t>Kyatham Chaitanya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Project:</a:t>
            </a:r>
            <a:br>
              <a:rPr lang="en-IN" dirty="0"/>
            </a:br>
            <a:r>
              <a:rPr lang="en-IN" dirty="0" err="1"/>
              <a:t>StadiaGear</a:t>
            </a:r>
            <a:r>
              <a:rPr lang="en-IN" dirty="0"/>
              <a:t> Retail Performance &amp; Demand Forecasting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Date:</a:t>
            </a:r>
            <a:br>
              <a:rPr lang="en-IN" dirty="0"/>
            </a:br>
            <a:r>
              <a:rPr lang="en-IN" dirty="0"/>
              <a:t>26 June 2026</a:t>
            </a:r>
          </a:p>
        </p:txBody>
      </p:sp>
    </p:spTree>
    <p:extLst>
      <p:ext uri="{BB962C8B-B14F-4D97-AF65-F5344CB8AC3E}">
        <p14:creationId xmlns:p14="http://schemas.microsoft.com/office/powerpoint/2010/main" val="3705267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389FC-E727-4B7C-B2F1-2E0BB4AC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B1813-6147-4CFB-94B3-B0B021F50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• Merchandise sales growth was slowing.</a:t>
            </a:r>
          </a:p>
          <a:p>
            <a:endParaRPr lang="en-US" dirty="0"/>
          </a:p>
          <a:p>
            <a:r>
              <a:rPr lang="en-US" dirty="0"/>
              <a:t>• Lack of customer segmentation.</a:t>
            </a:r>
          </a:p>
          <a:p>
            <a:endParaRPr lang="en-US" dirty="0"/>
          </a:p>
          <a:p>
            <a:r>
              <a:rPr lang="en-US" dirty="0"/>
              <a:t>• Inventory planning was inefficient.</a:t>
            </a:r>
          </a:p>
          <a:p>
            <a:endParaRPr lang="en-US" dirty="0"/>
          </a:p>
          <a:p>
            <a:r>
              <a:rPr lang="en-US" dirty="0"/>
              <a:t>• No demand forecasting system.</a:t>
            </a:r>
          </a:p>
          <a:p>
            <a:endParaRPr lang="en-US" dirty="0"/>
          </a:p>
          <a:p>
            <a:r>
              <a:rPr lang="en-US" dirty="0"/>
              <a:t>• Business needed data-driven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564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D660-1F20-4FB1-9F0E-F6BC068F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14027-80C9-49C6-ADBE-311497510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Dataset Name:</a:t>
            </a:r>
          </a:p>
          <a:p>
            <a:r>
              <a:rPr lang="en-US" dirty="0" err="1"/>
              <a:t>StadiaGear</a:t>
            </a:r>
            <a:r>
              <a:rPr lang="en-US" dirty="0"/>
              <a:t> Retail Performance</a:t>
            </a:r>
          </a:p>
          <a:p>
            <a:endParaRPr lang="en-US" dirty="0"/>
          </a:p>
          <a:p>
            <a:r>
              <a:rPr lang="en-US" dirty="0"/>
              <a:t>Total Records:</a:t>
            </a:r>
          </a:p>
          <a:p>
            <a:r>
              <a:rPr lang="en-US" dirty="0"/>
              <a:t>20,000</a:t>
            </a:r>
          </a:p>
          <a:p>
            <a:endParaRPr lang="en-US" dirty="0"/>
          </a:p>
          <a:p>
            <a:r>
              <a:rPr lang="en-US" dirty="0"/>
              <a:t>Tables Used</a:t>
            </a:r>
          </a:p>
          <a:p>
            <a:endParaRPr lang="en-US" dirty="0"/>
          </a:p>
          <a:p>
            <a:r>
              <a:rPr lang="en-US" dirty="0"/>
              <a:t>• Sales Fact</a:t>
            </a:r>
          </a:p>
          <a:p>
            <a:endParaRPr lang="en-US" dirty="0"/>
          </a:p>
          <a:p>
            <a:r>
              <a:rPr lang="en-US" dirty="0"/>
              <a:t>• Customer Dimension</a:t>
            </a:r>
          </a:p>
          <a:p>
            <a:endParaRPr lang="en-US" dirty="0"/>
          </a:p>
          <a:p>
            <a:r>
              <a:rPr lang="en-US" dirty="0"/>
              <a:t>• Product Dimension</a:t>
            </a:r>
          </a:p>
          <a:p>
            <a:endParaRPr lang="en-US" dirty="0"/>
          </a:p>
          <a:p>
            <a:r>
              <a:rPr lang="en-US" dirty="0"/>
              <a:t>• Region Dimension</a:t>
            </a:r>
          </a:p>
          <a:p>
            <a:endParaRPr lang="en-US" dirty="0"/>
          </a:p>
          <a:p>
            <a:r>
              <a:rPr lang="en-US" dirty="0"/>
              <a:t>• Inventory Dimension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891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CC250-45C6-4CC6-AA9B-29EA59F5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338FB-90B4-4F60-96E7-F2D41D3D0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Dataset Name:</a:t>
            </a:r>
          </a:p>
          <a:p>
            <a:r>
              <a:rPr lang="en-US" dirty="0" err="1"/>
              <a:t>StadiaGear</a:t>
            </a:r>
            <a:r>
              <a:rPr lang="en-US" dirty="0"/>
              <a:t> Retail Performance</a:t>
            </a:r>
          </a:p>
          <a:p>
            <a:endParaRPr lang="en-US" dirty="0"/>
          </a:p>
          <a:p>
            <a:r>
              <a:rPr lang="en-US" dirty="0"/>
              <a:t>Total Records:</a:t>
            </a:r>
          </a:p>
          <a:p>
            <a:r>
              <a:rPr lang="en-US" dirty="0"/>
              <a:t>20,000</a:t>
            </a:r>
          </a:p>
          <a:p>
            <a:endParaRPr lang="en-US" dirty="0"/>
          </a:p>
          <a:p>
            <a:r>
              <a:rPr lang="en-US" dirty="0"/>
              <a:t>Tables Used</a:t>
            </a:r>
          </a:p>
          <a:p>
            <a:endParaRPr lang="en-US" dirty="0"/>
          </a:p>
          <a:p>
            <a:r>
              <a:rPr lang="en-US" dirty="0"/>
              <a:t>• Sales Fact</a:t>
            </a:r>
          </a:p>
          <a:p>
            <a:endParaRPr lang="en-US" dirty="0"/>
          </a:p>
          <a:p>
            <a:r>
              <a:rPr lang="en-US" dirty="0"/>
              <a:t>• Customer Dimension</a:t>
            </a:r>
          </a:p>
          <a:p>
            <a:endParaRPr lang="en-US" dirty="0"/>
          </a:p>
          <a:p>
            <a:r>
              <a:rPr lang="en-US" dirty="0"/>
              <a:t>• Product Dimension</a:t>
            </a:r>
          </a:p>
          <a:p>
            <a:endParaRPr lang="en-US" dirty="0"/>
          </a:p>
          <a:p>
            <a:r>
              <a:rPr lang="en-US" dirty="0"/>
              <a:t>• Region Dimension</a:t>
            </a:r>
          </a:p>
          <a:p>
            <a:endParaRPr lang="en-US" dirty="0"/>
          </a:p>
          <a:p>
            <a:r>
              <a:rPr lang="en-US" dirty="0"/>
              <a:t>• Inventory Dimension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9492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1404-4263-4C4B-A6BC-BCB4BA1A1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A56AC-C587-4305-B59B-92DCA518D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dirty="0"/>
              <a:t>SQL</a:t>
            </a:r>
          </a:p>
          <a:p>
            <a:endParaRPr lang="en-IN" dirty="0"/>
          </a:p>
          <a:p>
            <a:r>
              <a:rPr lang="en-IN" dirty="0"/>
              <a:t>Python</a:t>
            </a:r>
          </a:p>
          <a:p>
            <a:endParaRPr lang="en-IN" dirty="0"/>
          </a:p>
          <a:p>
            <a:r>
              <a:rPr lang="en-IN" dirty="0"/>
              <a:t>Pandas</a:t>
            </a:r>
          </a:p>
          <a:p>
            <a:endParaRPr lang="en-IN" dirty="0"/>
          </a:p>
          <a:p>
            <a:r>
              <a:rPr lang="en-IN" dirty="0"/>
              <a:t>NumPy</a:t>
            </a:r>
          </a:p>
          <a:p>
            <a:endParaRPr lang="en-IN" dirty="0"/>
          </a:p>
          <a:p>
            <a:r>
              <a:rPr lang="en-IN" dirty="0"/>
              <a:t>Matplotlib</a:t>
            </a:r>
          </a:p>
          <a:p>
            <a:endParaRPr lang="en-IN" dirty="0"/>
          </a:p>
          <a:p>
            <a:r>
              <a:rPr lang="en-IN" dirty="0"/>
              <a:t>Seaborn</a:t>
            </a:r>
          </a:p>
          <a:p>
            <a:endParaRPr lang="en-IN" dirty="0"/>
          </a:p>
          <a:p>
            <a:r>
              <a:rPr lang="en-IN" dirty="0"/>
              <a:t>Scikit-Learn</a:t>
            </a:r>
          </a:p>
          <a:p>
            <a:endParaRPr lang="en-IN" dirty="0"/>
          </a:p>
          <a:p>
            <a:r>
              <a:rPr lang="en-IN" dirty="0"/>
              <a:t>Power BI</a:t>
            </a:r>
          </a:p>
          <a:p>
            <a:endParaRPr lang="en-IN" dirty="0"/>
          </a:p>
          <a:p>
            <a:r>
              <a:rPr lang="en-IN" dirty="0" err="1"/>
              <a:t>Jupyter</a:t>
            </a:r>
            <a:r>
              <a:rPr lang="en-IN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648642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FE8C5-E2B8-4812-9B38-EE4CDF130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8E4F5-C25F-4400-9AF3-55D6F44ED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Developed SQL Queries for</a:t>
            </a:r>
          </a:p>
          <a:p>
            <a:endParaRPr lang="en-US" dirty="0"/>
          </a:p>
          <a:p>
            <a:r>
              <a:rPr lang="en-US" dirty="0"/>
              <a:t>• Average Transaction Value (ATV)</a:t>
            </a:r>
          </a:p>
          <a:p>
            <a:endParaRPr lang="en-US" dirty="0"/>
          </a:p>
          <a:p>
            <a:r>
              <a:rPr lang="en-US" dirty="0"/>
              <a:t>• Customer Lifetime Value (CLV)</a:t>
            </a:r>
          </a:p>
          <a:p>
            <a:endParaRPr lang="en-US" dirty="0"/>
          </a:p>
          <a:p>
            <a:r>
              <a:rPr lang="en-US" dirty="0"/>
              <a:t>• Category Sell Through Rate</a:t>
            </a:r>
          </a:p>
          <a:p>
            <a:endParaRPr lang="en-US" dirty="0"/>
          </a:p>
          <a:p>
            <a:r>
              <a:rPr lang="en-US" dirty="0"/>
              <a:t>• Monthly Revenue Growth</a:t>
            </a:r>
          </a:p>
          <a:p>
            <a:endParaRPr lang="en-US" dirty="0"/>
          </a:p>
          <a:p>
            <a:r>
              <a:rPr lang="en-US" dirty="0"/>
              <a:t>• Membership Tier Spend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823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ED9E6-B706-4ECC-9F46-E73464FA4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E1C8A-8487-450B-9C45-B880FACA6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Performed</a:t>
            </a:r>
          </a:p>
          <a:p>
            <a:endParaRPr lang="en-US" dirty="0"/>
          </a:p>
          <a:p>
            <a:r>
              <a:rPr lang="en-US" dirty="0"/>
              <a:t>• Data Cleaning</a:t>
            </a:r>
          </a:p>
          <a:p>
            <a:endParaRPr lang="en-US" dirty="0"/>
          </a:p>
          <a:p>
            <a:r>
              <a:rPr lang="en-US" dirty="0"/>
              <a:t>• Missing Value Analysis</a:t>
            </a:r>
          </a:p>
          <a:p>
            <a:endParaRPr lang="en-US" dirty="0"/>
          </a:p>
          <a:p>
            <a:r>
              <a:rPr lang="en-US" dirty="0"/>
              <a:t>• Duplicate Removal</a:t>
            </a:r>
          </a:p>
          <a:p>
            <a:endParaRPr lang="en-US" dirty="0"/>
          </a:p>
          <a:p>
            <a:r>
              <a:rPr lang="en-US" dirty="0"/>
              <a:t>• Descriptive Statistics</a:t>
            </a:r>
          </a:p>
          <a:p>
            <a:endParaRPr lang="en-US" dirty="0"/>
          </a:p>
          <a:p>
            <a:r>
              <a:rPr lang="en-US" dirty="0"/>
              <a:t>• Correlation Analysis</a:t>
            </a:r>
          </a:p>
          <a:p>
            <a:endParaRPr lang="en-US" dirty="0"/>
          </a:p>
          <a:p>
            <a:r>
              <a:rPr lang="en-US" dirty="0"/>
              <a:t>• Feature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4277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1EA3-5513-4A8E-BE5E-7536FFBD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Demand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754ED-F674-48BC-BCF1-1AD332654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dirty="0"/>
              <a:t>Algorithm Used</a:t>
            </a:r>
          </a:p>
          <a:p>
            <a:endParaRPr lang="en-IN" dirty="0"/>
          </a:p>
          <a:p>
            <a:r>
              <a:rPr lang="en-IN" dirty="0"/>
              <a:t>Linear Regression</a:t>
            </a:r>
          </a:p>
          <a:p>
            <a:endParaRPr lang="en-IN" dirty="0"/>
          </a:p>
          <a:p>
            <a:r>
              <a:rPr lang="en-IN" dirty="0"/>
              <a:t>Model Steps</a:t>
            </a:r>
          </a:p>
          <a:p>
            <a:endParaRPr lang="en-IN" dirty="0"/>
          </a:p>
          <a:p>
            <a:r>
              <a:rPr lang="en-IN" dirty="0"/>
              <a:t>• Data Preparation</a:t>
            </a:r>
          </a:p>
          <a:p>
            <a:endParaRPr lang="en-IN" dirty="0"/>
          </a:p>
          <a:p>
            <a:r>
              <a:rPr lang="en-IN" dirty="0"/>
              <a:t>• Label Encoding</a:t>
            </a:r>
          </a:p>
          <a:p>
            <a:endParaRPr lang="en-IN" dirty="0"/>
          </a:p>
          <a:p>
            <a:r>
              <a:rPr lang="en-IN" dirty="0"/>
              <a:t>• Train Test Split</a:t>
            </a:r>
          </a:p>
          <a:p>
            <a:endParaRPr lang="en-IN" dirty="0"/>
          </a:p>
          <a:p>
            <a:r>
              <a:rPr lang="en-IN" dirty="0"/>
              <a:t>• Model Training</a:t>
            </a:r>
          </a:p>
          <a:p>
            <a:endParaRPr lang="en-IN" dirty="0"/>
          </a:p>
          <a:p>
            <a:r>
              <a:rPr lang="en-IN" dirty="0"/>
              <a:t>• Sales Prediction</a:t>
            </a:r>
          </a:p>
          <a:p>
            <a:endParaRPr lang="en-IN" dirty="0"/>
          </a:p>
          <a:p>
            <a:r>
              <a:rPr lang="en-IN" dirty="0"/>
              <a:t>• MAE Evaluation</a:t>
            </a:r>
          </a:p>
        </p:txBody>
      </p:sp>
    </p:spTree>
    <p:extLst>
      <p:ext uri="{BB962C8B-B14F-4D97-AF65-F5344CB8AC3E}">
        <p14:creationId xmlns:p14="http://schemas.microsoft.com/office/powerpoint/2010/main" val="4141734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A043D-82A8-42CE-9BB7-49E1FBA8D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07A6F-C0CD-4600-9CE6-016424649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Dashboard Includes</a:t>
            </a:r>
          </a:p>
          <a:p>
            <a:endParaRPr lang="en-US" dirty="0"/>
          </a:p>
          <a:p>
            <a:r>
              <a:rPr lang="en-US" dirty="0"/>
              <a:t>• Revenue KPI</a:t>
            </a:r>
          </a:p>
          <a:p>
            <a:endParaRPr lang="en-US" dirty="0"/>
          </a:p>
          <a:p>
            <a:r>
              <a:rPr lang="en-US" dirty="0"/>
              <a:t>• Orders KPI</a:t>
            </a:r>
          </a:p>
          <a:p>
            <a:endParaRPr lang="en-US" dirty="0"/>
          </a:p>
          <a:p>
            <a:r>
              <a:rPr lang="en-US" dirty="0"/>
              <a:t>• Discounts KPI</a:t>
            </a:r>
          </a:p>
          <a:p>
            <a:endParaRPr lang="en-US" dirty="0"/>
          </a:p>
          <a:p>
            <a:r>
              <a:rPr lang="en-US" dirty="0"/>
              <a:t>• Bar Chart</a:t>
            </a:r>
          </a:p>
          <a:p>
            <a:endParaRPr lang="en-US" dirty="0"/>
          </a:p>
          <a:p>
            <a:r>
              <a:rPr lang="en-US" dirty="0"/>
              <a:t>• Line Chart</a:t>
            </a:r>
          </a:p>
          <a:p>
            <a:endParaRPr lang="en-US" dirty="0"/>
          </a:p>
          <a:p>
            <a:r>
              <a:rPr lang="en-US" dirty="0"/>
              <a:t>• Donut Chart</a:t>
            </a:r>
          </a:p>
          <a:p>
            <a:endParaRPr lang="en-US" dirty="0"/>
          </a:p>
          <a:p>
            <a:r>
              <a:rPr lang="en-US" dirty="0"/>
              <a:t>• </a:t>
            </a:r>
            <a:r>
              <a:rPr lang="en-US" dirty="0" err="1"/>
              <a:t>Treemap</a:t>
            </a:r>
            <a:endParaRPr lang="en-US" dirty="0"/>
          </a:p>
          <a:p>
            <a:endParaRPr lang="en-US" dirty="0"/>
          </a:p>
          <a:p>
            <a:r>
              <a:rPr lang="en-US" dirty="0"/>
              <a:t>• Interactive Filters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0071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2429-3A40-4FA9-BBEB-C0B84B5B7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DEB4D-FD78-482A-90CC-4CA07A152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• Revenue varied across different regions.</a:t>
            </a:r>
          </a:p>
          <a:p>
            <a:endParaRPr lang="en-US" dirty="0"/>
          </a:p>
          <a:p>
            <a:r>
              <a:rPr lang="en-US" dirty="0"/>
              <a:t>• Product categories contributed differently to revenue.</a:t>
            </a:r>
          </a:p>
          <a:p>
            <a:endParaRPr lang="en-US" dirty="0"/>
          </a:p>
          <a:p>
            <a:r>
              <a:rPr lang="en-US" dirty="0"/>
              <a:t>• Dashboard provides real-time business insights.</a:t>
            </a:r>
          </a:p>
          <a:p>
            <a:endParaRPr lang="en-US" dirty="0"/>
          </a:p>
          <a:p>
            <a:r>
              <a:rPr lang="en-US" dirty="0"/>
              <a:t>• Linear Regression predicted future sales.</a:t>
            </a:r>
          </a:p>
          <a:p>
            <a:endParaRPr lang="en-US" dirty="0"/>
          </a:p>
          <a:p>
            <a:r>
              <a:rPr lang="en-US" dirty="0"/>
              <a:t>• Data-driven decisions improve retail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974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DC1E9-24B8-4D97-8834-4C2A0E576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84662-3371-4B4F-A426-F96E141C2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Project Successfully Completed</a:t>
            </a:r>
          </a:p>
          <a:p>
            <a:endParaRPr lang="en-IN" dirty="0"/>
          </a:p>
          <a:p>
            <a:r>
              <a:rPr lang="en-IN" dirty="0"/>
              <a:t>✓ SQL Analysis</a:t>
            </a:r>
          </a:p>
          <a:p>
            <a:endParaRPr lang="en-IN" dirty="0"/>
          </a:p>
          <a:p>
            <a:r>
              <a:rPr lang="en-IN" dirty="0"/>
              <a:t>✓ Python Analysis</a:t>
            </a:r>
          </a:p>
          <a:p>
            <a:endParaRPr lang="en-IN" dirty="0"/>
          </a:p>
          <a:p>
            <a:r>
              <a:rPr lang="en-IN" dirty="0"/>
              <a:t>✓ Power BI Dashboard</a:t>
            </a:r>
          </a:p>
          <a:p>
            <a:endParaRPr lang="en-IN" dirty="0"/>
          </a:p>
          <a:p>
            <a:r>
              <a:rPr lang="en-IN" dirty="0"/>
              <a:t>✓ Machine Learning Model</a:t>
            </a:r>
          </a:p>
          <a:p>
            <a:endParaRPr lang="en-IN" dirty="0"/>
          </a:p>
          <a:p>
            <a:r>
              <a:rPr lang="en-IN" dirty="0"/>
              <a:t>✓ Sales Prediction</a:t>
            </a:r>
          </a:p>
          <a:p>
            <a:endParaRPr lang="en-IN" dirty="0"/>
          </a:p>
          <a:p>
            <a:r>
              <a:rPr lang="en-IN" dirty="0"/>
              <a:t>✓ Business Insights Generated</a:t>
            </a:r>
          </a:p>
        </p:txBody>
      </p:sp>
    </p:spTree>
    <p:extLst>
      <p:ext uri="{BB962C8B-B14F-4D97-AF65-F5344CB8AC3E}">
        <p14:creationId xmlns:p14="http://schemas.microsoft.com/office/powerpoint/2010/main" val="2624795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DF74-4EC5-41FA-8579-69F38BDF1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0324F-7527-48C0-BAE1-4639D73E0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Questions?</a:t>
            </a:r>
          </a:p>
          <a:p>
            <a:endParaRPr lang="en-IN" dirty="0"/>
          </a:p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83165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8E2ED-DDD7-4C7B-934B-528F6F72A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691369-62B4-4C2C-BBCB-C2FAFFD43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891" y="1825625"/>
            <a:ext cx="7734217" cy="4351338"/>
          </a:xfrm>
        </p:spPr>
      </p:pic>
    </p:spTree>
    <p:extLst>
      <p:ext uri="{BB962C8B-B14F-4D97-AF65-F5344CB8AC3E}">
        <p14:creationId xmlns:p14="http://schemas.microsoft.com/office/powerpoint/2010/main" val="1499805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315</Words>
  <Application>Microsoft Office PowerPoint</Application>
  <PresentationFormat>Widescreen</PresentationFormat>
  <Paragraphs>155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StadiaGear Retail Performance &amp; Demand Forecasting </vt:lpstr>
      <vt:lpstr>Business Problem</vt:lpstr>
      <vt:lpstr>Dataset Overview</vt:lpstr>
      <vt:lpstr>PowerPoint Presentation</vt:lpstr>
      <vt:lpstr>Tools &amp; Technologies</vt:lpstr>
      <vt:lpstr>SQL Analysis</vt:lpstr>
      <vt:lpstr>Python Analysis</vt:lpstr>
      <vt:lpstr>Demand Forecasting</vt:lpstr>
      <vt:lpstr>Power BI Dashboard</vt:lpstr>
      <vt:lpstr>Final Insights</vt:lpstr>
      <vt:lpstr>Conclusion</vt:lpstr>
      <vt:lpstr>Thank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StadiaGear Retail Performance &amp; Demand Forecasting</dc:title>
  <dc:creator>Kyatham Chaitanya</dc:creator>
  <cp:lastModifiedBy>Kyatham Chaitanya</cp:lastModifiedBy>
  <cp:revision>4</cp:revision>
  <dcterms:created xsi:type="dcterms:W3CDTF">2026-06-29T15:57:32Z</dcterms:created>
  <dcterms:modified xsi:type="dcterms:W3CDTF">2026-06-30T12:54:52Z</dcterms:modified>
</cp:coreProperties>
</file>